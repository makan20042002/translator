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D5CC0-E6E5-BBF1-18E8-65F37756C5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E417FA-C6B0-F117-43E4-A94BB2DBFD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DF517-AF55-4D6F-76B2-E836144A9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7553-EED0-4A90-A36C-4E804533E1A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C715A-CF5D-996A-F7DE-C4C327568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40EF9-81B3-FD24-B04D-0DE0BDBD9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D3F2-FEF4-499D-A478-5F160623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975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A5E5A-03E0-C84F-BA5E-05E887060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5793BE-623A-2983-250D-1CE30C0B6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E4880-FC04-55FA-DA81-01A36FD2B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7553-EED0-4A90-A36C-4E804533E1A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C0C5F-E63D-B09B-33CF-B29D82A7D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D11ED-7EED-0143-325E-2CC772C09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D3F2-FEF4-499D-A478-5F160623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251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F4D1A-DD40-4901-6565-06DC9C328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B31A05-BD4A-27D0-0F66-C31B54D13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AEBE2-8F94-23A7-9F2A-E15190F7A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7553-EED0-4A90-A36C-4E804533E1A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B7B98-F790-D78C-7DB3-8DB82F00D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28266-6C04-0C19-20D0-95F8C454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D3F2-FEF4-499D-A478-5F160623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843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1CF69-4A78-97CA-8E5B-91EDDDCF0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F9EC3-C2E6-770E-00FB-AB1F7A875B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C80E99-69A5-04D9-DFCA-56AF6CA4C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5BC791-B634-7CE2-DBF9-767921126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7553-EED0-4A90-A36C-4E804533E1A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284F0-B107-3B61-BD3B-A13335551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622384-BAFD-5FC1-4E00-EE91C80BD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D3F2-FEF4-499D-A478-5F160623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482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E9F1B-D2E3-99F1-B236-6060B4DB7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B242B-8D6C-29A3-9B47-07BE8156A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22928-041C-5B43-FCB2-B3111B2DD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27A35F-EE98-512A-79A4-3030B2C875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35D583-234A-DC41-BA98-BDAF0C7089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E147BC-4193-55E5-32AE-46831088C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7553-EED0-4A90-A36C-4E804533E1A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0E5261-0169-2F21-0ED2-7E7405A40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33A826-6DE6-A0D9-845E-C4F07355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D3F2-FEF4-499D-A478-5F160623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282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29865-361B-35C0-2850-3F9BB838A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E9102-915D-40E3-EEFA-4F3A7A459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7553-EED0-4A90-A36C-4E804533E1A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57675-DA85-A768-FDCA-69DB69770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6BD2E6-C422-CB4E-5FA4-E928FFF1A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D3F2-FEF4-499D-A478-5F160623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400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BA7758-A834-B68E-24DF-4FFD33E0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7553-EED0-4A90-A36C-4E804533E1A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E7D7B4-FD33-32B7-8951-77A44D719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22680-4BE6-09F1-0D5E-AF9E8576A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D3F2-FEF4-499D-A478-5F160623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513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B42D5-01F0-7E95-0202-29A9D1635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0678E-627E-22B1-50AD-A519BDDA8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7FD311-0C71-05BB-CF64-E6088D4E51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6469E7-DA61-8D04-81A1-0EF494038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7553-EED0-4A90-A36C-4E804533E1A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686949-45AB-63C9-1892-19F654AAC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6448F-AE53-32F1-BC72-4FEA1FD0D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D3F2-FEF4-499D-A478-5F160623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841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F8470-FDA5-A7E8-D168-92B147635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AF7499-584B-D4FC-8D59-7CB8B8788CCD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0A618D-B027-384E-2795-6E1B94D8A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7706FC-2072-9815-5E4F-92AFC62CD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7553-EED0-4A90-A36C-4E804533E1A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A2FDB-9571-5483-1CB6-2C5F339FE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15269-E372-166E-FADD-C34EB26E9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D3F2-FEF4-499D-A478-5F160623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73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BFC97-EFC3-B944-D49B-0953925E6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EF78D4F-308E-B3BD-711C-8F557FAB8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78B23-243C-7ED4-30B2-20A01BF65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7553-EED0-4A90-A36C-4E804533E1A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412A6-1090-829A-3E5E-FE0A3EA0C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8C57E-86F9-F7A9-71AE-10FB9F502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D3F2-FEF4-499D-A478-5F160623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244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CB743E-3937-575B-7542-EB916C10B7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B88641-77E6-50C5-48EB-E460921C8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D68A2-5B59-C5FF-6A37-A6ED475E3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87553-EED0-4A90-A36C-4E804533E1A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D0E65-D6BD-EC7A-4C7D-05E420584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AAC001-9722-1BF0-FC46-85900DCE7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0D3F2-FEF4-499D-A478-5F160623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800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0D5569-3540-5743-1854-1452A118C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A836BF-D041-102B-54EC-436DB4DF0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E5F6C-731C-DE59-6656-2CB05FCE26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F87553-EED0-4A90-A36C-4E804533E1AE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CDBEA-5152-B743-A02B-A501C74E38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81A2E-0D86-1A57-7368-DD0D6FA766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B0D3F2-FEF4-499D-A478-5F160623CC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800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BB1C-CE99-D99D-5DDB-86BC4EE720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Distributed Systems &amp; Kernel Architecture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FBB6F3-339E-02F9-C4AC-544C5796E9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An In-Depth Overview of Threading Models and Hardware Bus Design</a:t>
            </a:r>
          </a:p>
        </p:txBody>
      </p:sp>
    </p:spTree>
    <p:extLst>
      <p:ext uri="{BB962C8B-B14F-4D97-AF65-F5344CB8AC3E}">
        <p14:creationId xmlns:p14="http://schemas.microsoft.com/office/powerpoint/2010/main" val="4017851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B903EF-94C7-1652-05F7-F713CD35AC89}"/>
              </a:ext>
            </a:extLst>
          </p:cNvPr>
          <p:cNvSpPr txBox="1"/>
          <p:nvPr/>
        </p:nvSpPr>
        <p:spPr>
          <a:xfrm>
            <a:off x="635000" y="635000"/>
            <a:ext cx="7620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400" b="1"/>
              <a:t>Slide 2: Modern Microkernel Design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F71F9B-AFCC-C2B3-DB6B-E6D1579EBD3A}"/>
              </a:ext>
            </a:extLst>
          </p:cNvPr>
          <p:cNvSpPr txBox="1"/>
          <p:nvPr/>
        </p:nvSpPr>
        <p:spPr>
          <a:xfrm>
            <a:off x="635000" y="1905000"/>
            <a:ext cx="4445000" cy="15696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/>
              <a:t>A microkernel delegates system services to user-space daemons.
Each worker thread communicates over an asynchronous system bus.
Memory protection prevents unauthorized hardware access.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7BA370-356B-3405-E9EB-865074340DE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00" y="1905000"/>
            <a:ext cx="254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133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Microsoft Office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Distributed Systems &amp; Kernel Architecture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makan mm</dc:creator>
  <cp:lastModifiedBy>makan mm</cp:lastModifiedBy>
  <cp:revision>1</cp:revision>
  <dcterms:created xsi:type="dcterms:W3CDTF">2026-10-04T21:54:09Z</dcterms:created>
  <dcterms:modified xsi:type="dcterms:W3CDTF">2026-10-04T21:54:09Z</dcterms:modified>
</cp:coreProperties>
</file>