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5CC0-E6E5-BBF1-18E8-65F37756C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417FA-C6B0-F117-43E4-A94BB2DB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F517-AF55-4D6F-76B2-E836144A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C715A-CF5D-996A-F7DE-C4C32756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40EF9-81B3-FD24-B04D-0DE0BDBD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7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5E5A-03E0-C84F-BA5E-05E88706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93BE-623A-2983-250D-1CE30C0B6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4880-FC04-55FA-DA81-01A36FD2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C0C5F-E63D-B09B-33CF-B29D82A7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11ED-7EED-0143-325E-2CC772C0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5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4D1A-DD40-4901-6565-06DC9C32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31A05-BD4A-27D0-0F66-C31B54D13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EBE2-8F94-23A7-9F2A-E15190F7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B7B98-F790-D78C-7DB3-8DB82F00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28266-6C04-0C19-20D0-95F8C454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4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CF69-4A78-97CA-8E5B-91EDDDCF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9EC3-C2E6-770E-00FB-AB1F7A875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80E99-69A5-04D9-DFCA-56AF6CA4C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BC791-B634-7CE2-DBF9-76792112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284F0-B107-3B61-BD3B-A1333555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22384-BAFD-5FC1-4E00-EE91C80B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9F1B-D2E3-99F1-B236-6060B4DB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B242B-8D6C-29A3-9B47-07BE8156A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2928-041C-5B43-FCB2-B3111B2DD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7A35F-EE98-512A-79A4-3030B2C87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5D583-234A-DC41-BA98-BDAF0C708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147BC-4193-55E5-32AE-46831088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0E5261-0169-2F21-0ED2-7E7405A4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3A826-6DE6-A0D9-845E-C4F07355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8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9865-361B-35C0-2850-3F9BB838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E9102-915D-40E3-EEFA-4F3A7A45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57675-DA85-A768-FDCA-69DB6977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BD2E6-C422-CB4E-5FA4-E928FFF1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A7758-A834-B68E-24DF-4FFD33E0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7D7B4-FD33-32B7-8951-77A44D71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22680-4BE6-09F1-0D5E-AF9E8576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1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42D5-01F0-7E95-0202-29A9D163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678E-627E-22B1-50AD-A519BDDA8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FD311-0C71-05BB-CF64-E6088D4E5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469E7-DA61-8D04-81A1-0EF49403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86949-45AB-63C9-1892-19F654AA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6448F-AE53-32F1-BC72-4FEA1FD0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4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8470-FDA5-A7E8-D168-92B14763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F7499-584B-D4FC-8D59-7CB8B8788CC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A618D-B027-384E-2795-6E1B94D8A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706FC-2072-9815-5E4F-92AFC62C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A2FDB-9571-5483-1CB6-2C5F339F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15269-E372-166E-FADD-C34EB26E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FC97-EFC3-B944-D49B-0953925E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78D4F-308E-B3BD-711C-8F557FAB8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8B23-243C-7ED4-30B2-20A01BF6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412A6-1090-829A-3E5E-FE0A3EA0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8C57E-86F9-F7A9-71AE-10FB9F50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4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B743E-3937-575B-7542-EB916C10B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88641-77E6-50C5-48EB-E460921C8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D68A2-5B59-C5FF-6A37-A6ED475E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D0E65-D6BD-EC7A-4C7D-05E42058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AC001-9722-1BF0-FC46-85900DCE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0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D5569-3540-5743-1854-1452A118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836BF-D041-102B-54EC-436DB4DF0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E5F6C-731C-DE59-6656-2CB05FCE2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CDBEA-5152-B743-A02B-A501C74E3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81A2E-0D86-1A57-7368-DD0D6FA7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0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43BCBB1C-CE99-D99D-5DDB-86BC4EE72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100000" lnSpcReduction="20000"/>
          </a:bodyPr>
          <a:lstStyle/>
          <a:p>
            <a:pPr algn="l" rtl="0"/>
            <a:r>
              <a:rPr lang="en-US"/>
              <a:t>Distributed Systems and Kernel Architecture</a:t>
            </a:r>
          </a:p>
        </p:txBody>
      </p:sp>
      <p:sp>
        <p:nvSpPr>
          <p:cNvPr id="3" name="Subtitle 2">
            <a:extLst>
              <a:ext uri="{FF2B5EF4-FFF2-40B4-BE49-F238E27FC236}">
                <ns2:creationId id="{FDFBB6F3-339E-02F9-C4AC-544C5796E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100000" lnSpcReduction="20000"/>
          </a:bodyPr>
          <a:lstStyle/>
          <a:p>
            <a:pPr algn="l" rtl="0"/>
            <a:r>
              <a:rPr lang="en-US"/>
              <a:t>A Deep Dive into Thread Models and Hardware Bus Design</a:t>
            </a:r>
          </a:p>
        </p:txBody>
      </p:sp>
    </p:spTree>
    <p:extLst>
      <p:ext uri="{BB962C8B-B14F-4D97-AF65-F5344CB8AC3E}">
        <ns3:creationId val="401785126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ns2:creationId id="{52B903EF-94C7-1652-05F7-F713CD35AC89}"/>
              </a:ext>
            </a:extLst>
          </p:cNvPr>
          <p:cNvSpPr txBox="1"/>
          <p:nvPr/>
        </p:nvSpPr>
        <p:spPr>
          <a:xfrm>
            <a:off x="635000" y="635000"/>
            <a:ext cx="7620000" cy="461665"/>
          </a:xfrm>
          <a:prstGeom prst="rect">
            <a:avLst/>
          </a:prstGeom>
          <a:noFill/>
        </p:spPr>
        <p:txBody>
          <a:bodyPr vert="horz" rtlCol="0">
            <a:normAutofit fontScale="100000" lnSpcReduction="20000"/>
          </a:bodyPr>
          <a:lstStyle/>
          <a:p>
            <a:pPr algn="l" rtl="0"/>
            <a:r>
              <a:rPr lang="en-US" sz="2400" b="1"/>
              <a:t>Slide 2: Modern Microkernel Design</a:t>
            </a:r>
          </a:p>
        </p:txBody>
      </p:sp>
      <p:sp>
        <p:nvSpPr>
          <p:cNvPr id="3" name="TextBox 2">
            <a:extLst>
              <a:ext uri="{FF2B5EF4-FFF2-40B4-BE49-F238E27FC236}">
                <ns2:creationId id="{B0F71F9B-AFCC-C2B3-DB6B-E6D1579EBD3A}"/>
              </a:ext>
            </a:extLst>
          </p:cNvPr>
          <p:cNvSpPr txBox="1"/>
          <p:nvPr/>
        </p:nvSpPr>
        <p:spPr>
          <a:xfrm>
            <a:off x="635000" y="1905000"/>
            <a:ext cx="4445000" cy="1569660"/>
          </a:xfrm>
          <a:prstGeom prst="rect">
            <a:avLst/>
          </a:prstGeom>
          <a:noFill/>
        </p:spPr>
        <p:txBody>
          <a:bodyPr vert="horz" rtlCol="0">
            <a:normAutofit fontScale="100000" lnSpcReduction="20000"/>
          </a:bodyPr>
          <a:lstStyle/>
          <a:p>
            <a:pPr algn="l" rtl="0"/>
            <a:r>
              <a:rPr lang="en-US" sz="1600"/>
              <a:t>A microkernel delegates system services to user-space daemons.
Each worker thread communicates via an asynchronous system bus.
Memory protection prevents unauthorized access to the hardware.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287BA370-356B-3405-E9EB-865074340D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461000" y="1905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ns5:creationId val="340513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Distributed Systems &amp; Kernel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makan mm</dc:creator>
  <cp:lastModifiedBy>makan mm</cp:lastModifiedBy>
  <cp:revision>1</cp:revision>
  <dcterms:created xsi:type="dcterms:W3CDTF">2026-10-04T21:54:09Z</dcterms:created>
  <dcterms:modified xsi:type="dcterms:W3CDTF">2026-10-04T21:54:09Z</dcterms:modified>
</cp:coreProperties>
</file>