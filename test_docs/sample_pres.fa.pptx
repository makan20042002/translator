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D5CC0-E6E5-BBF1-18E8-65F37756C5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E417FA-C6B0-F117-43E4-A94BB2DBFD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FDF517-AF55-4D6F-76B2-E836144A9BD1}"/>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F37C715A-CF5D-996A-F7DE-C4C3275689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840EF9-81B3-FD24-B04D-0DE0BDBD9212}"/>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56497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A5E5A-03E0-C84F-BA5E-05E8870608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793BE-623A-2983-250D-1CE30C0B66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1E4880-FC04-55FA-DA81-01A36FD2BB58}"/>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2C3C0C5F-E63D-B09B-33CF-B29D82A7D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D11ED-7EED-0143-325E-2CC772C093AE}"/>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237925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4D1A-DD40-4901-6565-06DC9C3286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B31A05-BD4A-27D0-0F66-C31B54D132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7AEBE2-8F94-23A7-9F2A-E15190F7AF3A}"/>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7F2B7B98-F790-D78C-7DB3-8DB82F00D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C28266-6C04-0C19-20D0-95F8C45473B1}"/>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1156843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1CF69-4A78-97CA-8E5B-91EDDDCF0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3F9EC3-C2E6-770E-00FB-AB1F7A875B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C80E99-69A5-04D9-DFCA-56AF6CA4C9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5BC791-B634-7CE2-DBF9-76792112662E}"/>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6" name="Footer Placeholder 5">
            <a:extLst>
              <a:ext uri="{FF2B5EF4-FFF2-40B4-BE49-F238E27FC236}">
                <a16:creationId xmlns:a16="http://schemas.microsoft.com/office/drawing/2014/main" id="{FC2284F0-B107-3B61-BD3B-A133355519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622384-BAFD-5FC1-4E00-EE91C80BD2D1}"/>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403048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E9F1B-D2E3-99F1-B236-6060B4DB76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6B242B-8D6C-29A3-9B47-07BE8156A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622928-041C-5B43-FCB2-B3111B2DD2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27A35F-EE98-512A-79A4-3030B2C875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35D583-234A-DC41-BA98-BDAF0C7089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E147BC-4193-55E5-32AE-46831088C34F}"/>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8" name="Footer Placeholder 7">
            <a:extLst>
              <a:ext uri="{FF2B5EF4-FFF2-40B4-BE49-F238E27FC236}">
                <a16:creationId xmlns:a16="http://schemas.microsoft.com/office/drawing/2014/main" id="{DF0E5261-0169-2F21-0ED2-7E7405A403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33A826-6DE6-A0D9-845E-C4F073554A20}"/>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1496282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29865-361B-35C0-2850-3F9BB838A9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6E9102-915D-40E3-EEFA-4F3A7A459952}"/>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4" name="Footer Placeholder 3">
            <a:extLst>
              <a:ext uri="{FF2B5EF4-FFF2-40B4-BE49-F238E27FC236}">
                <a16:creationId xmlns:a16="http://schemas.microsoft.com/office/drawing/2014/main" id="{65057675-DA85-A768-FDCA-69DB697703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6BD2E6-C422-CB4E-5FA4-E928FFF1A85A}"/>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3861400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A7758-A834-B68E-24DF-4FFD33E020C6}"/>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3" name="Footer Placeholder 2">
            <a:extLst>
              <a:ext uri="{FF2B5EF4-FFF2-40B4-BE49-F238E27FC236}">
                <a16:creationId xmlns:a16="http://schemas.microsoft.com/office/drawing/2014/main" id="{2AE7D7B4-FD33-32B7-8951-77A44D7197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22680-4BE6-09F1-0D5E-AF9E8576A747}"/>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1746513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42D5-01F0-7E95-0202-29A9D1635B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80678E-627E-22B1-50AD-A519BDDA8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7FD311-0C71-05BB-CF64-E6088D4E5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469E7-DA61-8D04-81A1-0EF494038558}"/>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6" name="Footer Placeholder 5">
            <a:extLst>
              <a:ext uri="{FF2B5EF4-FFF2-40B4-BE49-F238E27FC236}">
                <a16:creationId xmlns:a16="http://schemas.microsoft.com/office/drawing/2014/main" id="{96686949-45AB-63C9-1892-19F654AACC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6448F-AE53-32F1-BC72-4FEA1FD0D938}"/>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1838841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F8470-FDA5-A7E8-D168-92B1476353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AF7499-584B-D4FC-8D59-7CB8B8788CC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0A618D-B027-384E-2795-6E1B94D8A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7706FC-2072-9815-5E4F-92AFC62CDA5D}"/>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6" name="Footer Placeholder 5">
            <a:extLst>
              <a:ext uri="{FF2B5EF4-FFF2-40B4-BE49-F238E27FC236}">
                <a16:creationId xmlns:a16="http://schemas.microsoft.com/office/drawing/2014/main" id="{CF9A2FDB-9571-5483-1CB6-2C5F339FE9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15269-E372-166E-FADD-C34EB26E90D5}"/>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283173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BFC97-EFC3-B944-D49B-0953925E67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F78D4F-308E-B3BD-711C-8F557FAB88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E78B23-243C-7ED4-30B2-20A01BF65E93}"/>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01C412A6-1090-829A-3E5E-FE0A3EA0C2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8C57E-86F9-F7A9-71AE-10FB9F502C8B}"/>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92424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CB743E-3937-575B-7542-EB916C10B7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B88641-77E6-50C5-48EB-E460921C8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4D68A2-5B59-C5FF-6A37-A6ED475E36A3}"/>
              </a:ext>
            </a:extLst>
          </p:cNvPr>
          <p:cNvSpPr>
            <a:spLocks noGrp="1"/>
          </p:cNvSpPr>
          <p:nvPr>
            <p:ph type="dt" sz="half" idx="10"/>
          </p:nvPr>
        </p:nvSpPr>
        <p:spPr/>
        <p:txBody>
          <a:body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DFED0E65-D6BD-EC7A-4C7D-05E4205840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AC001-9722-1BF0-FC46-85900DCE70BC}"/>
              </a:ext>
            </a:extLst>
          </p:cNvPr>
          <p:cNvSpPr>
            <a:spLocks noGrp="1"/>
          </p:cNvSpPr>
          <p:nvPr>
            <p:ph type="sldNum" sz="quarter" idx="12"/>
          </p:nvPr>
        </p:nvSpPr>
        <p:spPr/>
        <p:txBody>
          <a:bodyPr/>
          <a:lstStyle/>
          <a:p>
            <a:fld id="{6CB0D3F2-FEF4-499D-A478-5F160623CC12}" type="slidenum">
              <a:rPr lang="en-US" smtClean="0"/>
              <a:t>‹#›</a:t>
            </a:fld>
            <a:endParaRPr lang="en-US"/>
          </a:p>
        </p:txBody>
      </p:sp>
    </p:spTree>
    <p:extLst>
      <p:ext uri="{BB962C8B-B14F-4D97-AF65-F5344CB8AC3E}">
        <p14:creationId xmlns:p14="http://schemas.microsoft.com/office/powerpoint/2010/main" val="2936800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0D5569-3540-5743-1854-1452A118C5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A836BF-D041-102B-54EC-436DB4DF0A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FE5F6C-731C-DE59-6656-2CB05FCE2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F87553-EED0-4A90-A36C-4E804533E1AE}" type="datetimeFigureOut">
              <a:rPr lang="en-US" smtClean="0"/>
              <a:t>10/5/2026</a:t>
            </a:fld>
            <a:endParaRPr lang="en-US"/>
          </a:p>
        </p:txBody>
      </p:sp>
      <p:sp>
        <p:nvSpPr>
          <p:cNvPr id="5" name="Footer Placeholder 4">
            <a:extLst>
              <a:ext uri="{FF2B5EF4-FFF2-40B4-BE49-F238E27FC236}">
                <a16:creationId xmlns:a16="http://schemas.microsoft.com/office/drawing/2014/main" id="{3F7CDBEA-5152-B743-A02B-A501C74E38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B81A2E-0D86-1A57-7368-DD0D6FA76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B0D3F2-FEF4-499D-A478-5F160623CC12}" type="slidenum">
              <a:rPr lang="en-US" smtClean="0"/>
              <a:t>‹#›</a:t>
            </a:fld>
            <a:endParaRPr lang="en-US"/>
          </a:p>
        </p:txBody>
      </p:sp>
    </p:spTree>
    <p:extLst>
      <p:ext uri="{BB962C8B-B14F-4D97-AF65-F5344CB8AC3E}">
        <p14:creationId xmlns:p14="http://schemas.microsoft.com/office/powerpoint/2010/main" val="515800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BB1C-CE99-D99D-5DDB-86BC4EE72030}"/>
              </a:ext>
            </a:extLst>
          </p:cNvPr>
          <p:cNvSpPr>
            <a:spLocks noGrp="1"/>
          </p:cNvSpPr>
          <p:nvPr>
            <p:ph type="ctrTitle"/>
          </p:nvPr>
        </p:nvSpPr>
        <p:spPr/>
        <p:txBody>
          <a:bodyPr/>
          <a:lstStyle/>
          <a:p>
            <a:pPr algn="r" rtl="1"/>
            <a:r>
              <a:rPr lang="en-US"/>
              <a:t>سیستم‌های توزیع‌شده و معماری هسته</a:t>
            </a:r>
          </a:p>
        </p:txBody>
      </p:sp>
      <p:sp>
        <p:nvSpPr>
          <p:cNvPr id="3" name="Subtitle 2">
            <a:extLst>
              <a:ext uri="{FF2B5EF4-FFF2-40B4-BE49-F238E27FC236}">
                <a16:creationId xmlns:a16="http://schemas.microsoft.com/office/drawing/2014/main" id="{FDFBB6F3-339E-02F9-C4AC-544C5796E9DA}"/>
              </a:ext>
            </a:extLst>
          </p:cNvPr>
          <p:cNvSpPr>
            <a:spLocks noGrp="1"/>
          </p:cNvSpPr>
          <p:nvPr>
            <p:ph type="subTitle" idx="1"/>
          </p:nvPr>
        </p:nvSpPr>
        <p:spPr/>
        <p:txBody>
          <a:bodyPr/>
          <a:lstStyle/>
          <a:p>
            <a:pPr algn="r" rtl="1"/>
            <a:r>
              <a:rPr lang="en-US"/>
              <a:t>بررسی عمیق مدل‌های نخ (ترد) و طراحی گذرگاه سخت‌افزاری</a:t>
            </a:r>
          </a:p>
        </p:txBody>
      </p:sp>
    </p:spTree>
    <p:extLst>
      <p:ext uri="{BB962C8B-B14F-4D97-AF65-F5344CB8AC3E}">
        <p14:creationId xmlns:p14="http://schemas.microsoft.com/office/powerpoint/2010/main" val="4017851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B903EF-94C7-1652-05F7-F713CD35AC89}"/>
              </a:ext>
            </a:extLst>
          </p:cNvPr>
          <p:cNvSpPr txBox="1"/>
          <p:nvPr/>
        </p:nvSpPr>
        <p:spPr>
          <a:xfrm>
            <a:off x="635000" y="635000"/>
            <a:ext cx="7620000" cy="461665"/>
          </a:xfrm>
          <a:prstGeom prst="rect">
            <a:avLst/>
          </a:prstGeom>
          <a:noFill/>
        </p:spPr>
        <p:txBody>
          <a:bodyPr vert="horz" rtlCol="0">
            <a:normAutofit fontScale="100000" lnSpcReduction="20000"/>
          </a:bodyPr>
          <a:lstStyle/>
          <a:p>
            <a:pPr algn="r" rtl="1"/>
            <a:r>
              <a:rPr lang="en-US" sz="2400" b="1"/>
              <a:t>اسلاید ۲: طراحی ریزهسته مدرن</a:t>
            </a:r>
          </a:p>
        </p:txBody>
      </p:sp>
      <p:sp>
        <p:nvSpPr>
          <p:cNvPr id="3" name="TextBox 2">
            <a:extLst>
              <a:ext uri="{FF2B5EF4-FFF2-40B4-BE49-F238E27FC236}">
                <a16:creationId xmlns:a16="http://schemas.microsoft.com/office/drawing/2014/main" id="{B0F71F9B-AFCC-C2B3-DB6B-E6D1579EBD3A}"/>
              </a:ext>
            </a:extLst>
          </p:cNvPr>
          <p:cNvSpPr txBox="1"/>
          <p:nvPr/>
        </p:nvSpPr>
        <p:spPr>
          <a:xfrm>
            <a:off x="635000" y="1905000"/>
            <a:ext cx="4445000" cy="1569660"/>
          </a:xfrm>
          <a:prstGeom prst="rect">
            <a:avLst/>
          </a:prstGeom>
          <a:noFill/>
        </p:spPr>
        <p:txBody>
          <a:bodyPr vert="horz" rtlCol="0">
            <a:normAutofit fontScale="100000" lnSpcReduction="20000"/>
          </a:bodyPr>
          <a:lstStyle/>
          <a:p>
            <a:pPr algn="r" rtl="1"/>
            <a:r>
              <a:rPr lang="en-US" sz="1600"/>
              <a:t>یک ریزهسته، سرویس‌های سیستم را به دیمن‌های فضای کاربر واگذار می‌کند.
هر نخ (ترد) کاری روی یک گذرگاه ناهمگام سیستم ارتباط برقرار می‌کند.
محافظت از حافظه از دسترسی غیرمجاز به سخت‌افزار جلوگیری می‌کند.</a:t>
            </a:r>
          </a:p>
        </p:txBody>
      </p:sp>
      <p:pic>
        <p:nvPicPr>
          <p:cNvPr id="5" name="Picture 4">
            <a:extLst>
              <a:ext uri="{FF2B5EF4-FFF2-40B4-BE49-F238E27FC236}">
                <a16:creationId xmlns:a16="http://schemas.microsoft.com/office/drawing/2014/main" id="{287BA370-356B-3405-E9EB-865074340DE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61000" y="1905000"/>
            <a:ext cx="2540000" cy="2540000"/>
          </a:xfrm>
          <a:prstGeom prst="rect">
            <a:avLst/>
          </a:prstGeom>
        </p:spPr>
      </p:pic>
    </p:spTree>
    <p:extLst>
      <p:ext uri="{BB962C8B-B14F-4D97-AF65-F5344CB8AC3E}">
        <p14:creationId xmlns:p14="http://schemas.microsoft.com/office/powerpoint/2010/main" val="3405133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Distributed Systems &amp; Kernel Architecture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makan mm</dc:creator>
  <cp:lastModifiedBy>makan mm</cp:lastModifiedBy>
  <cp:revision>1</cp:revision>
  <dcterms:created xsi:type="dcterms:W3CDTF">2026-10-04T21:54:09Z</dcterms:created>
  <dcterms:modified xsi:type="dcterms:W3CDTF">2026-10-04T21:54:09Z</dcterms:modified>
</cp:coreProperties>
</file>